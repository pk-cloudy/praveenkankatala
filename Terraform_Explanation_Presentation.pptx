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Terraform – Complete Explanation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Infrastructure as Code (IaC) Tool</a:t>
            </a:r>
          </a:p>
          <a:p>
            <a:r>
              <a:t>Prepared for Learning &amp;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Terraform?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Terraform is an Infrastructure as Code (IaC) tool by HashiCorp.</a:t>
            </a:r>
          </a:p>
          <a:p>
            <a:pPr lvl="1"/>
            <a:r>
              <a:t>Used to provision and manage cloud resources.</a:t>
            </a:r>
          </a:p>
          <a:p>
            <a:pPr lvl="1"/>
            <a:r>
              <a:t>Supports AWS, Azure, GCP, Kubernetes, and many more providers.</a:t>
            </a:r>
          </a:p>
          <a:p>
            <a:pPr lvl="1"/>
            <a:r>
              <a:t>Uses declarative configuration language (HCL).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Terraform?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Automates infrastructure provisioning.</a:t>
            </a:r>
          </a:p>
          <a:p>
            <a:pPr lvl="1"/>
            <a:r>
              <a:t>Maintains infrastructure consistency.</a:t>
            </a:r>
          </a:p>
          <a:p>
            <a:pPr lvl="1"/>
            <a:r>
              <a:t>Version control for infrastructure.</a:t>
            </a:r>
          </a:p>
          <a:p>
            <a:pPr lvl="1"/>
            <a:r>
              <a:t>Reduces manual configuration errors.</a:t>
            </a:r>
          </a:p>
          <a:p>
            <a:pPr lvl="1"/>
            <a:r>
              <a:t>Supports multi-cloud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Terraform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Provider – Cloud platform (AWS, Azure, etc.).</a:t>
            </a:r>
          </a:p>
          <a:p>
            <a:pPr lvl="1"/>
            <a:r>
              <a:t>Resource – Infrastructure object (EC2, S3, VPC).</a:t>
            </a:r>
          </a:p>
          <a:p>
            <a:pPr lvl="1"/>
            <a:r>
              <a:t>Module – Reusable Terraform code block.</a:t>
            </a:r>
          </a:p>
          <a:p>
            <a:pPr lvl="1"/>
            <a:r>
              <a:t>State File – Tracks real-world infrastructure.</a:t>
            </a:r>
          </a:p>
          <a:p>
            <a:pPr lvl="1"/>
            <a:r>
              <a:t>Variables &amp; Outputs – Parameterization.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terraform init – Initialize project.</a:t>
            </a:r>
          </a:p>
          <a:p>
            <a:pPr lvl="1"/>
            <a:r>
              <a:t>2. terraform plan – Preview changes.</a:t>
            </a:r>
          </a:p>
          <a:p>
            <a:pPr lvl="1"/>
            <a:r>
              <a:t>3. terraform apply – Create/Update resources.</a:t>
            </a:r>
          </a:p>
          <a:p>
            <a:pPr lvl="1"/>
            <a:r>
              <a:t>4. terraform destroy – Remove resources.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Terraform Core – Executes workflow.</a:t>
            </a:r>
          </a:p>
          <a:p>
            <a:pPr lvl="1"/>
            <a:r>
              <a:t>Providers – Communicate with APIs.</a:t>
            </a:r>
          </a:p>
          <a:p>
            <a:pPr lvl="1"/>
            <a:r>
              <a:t>State Management – Local or Remote (S3, Azure Storage).</a:t>
            </a:r>
          </a:p>
          <a:p>
            <a:pPr lvl="1"/>
            <a:r>
              <a:t>Backend – Stores state securely.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State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Maintains mapping between configuration and real resources.</a:t>
            </a:r>
          </a:p>
          <a:p>
            <a:pPr lvl="1"/>
            <a:r>
              <a:t>Prevents duplicate resource creation.</a:t>
            </a:r>
          </a:p>
          <a:p>
            <a:pPr lvl="1"/>
            <a:r>
              <a:t>Supports team collaboration with remote backend.</a:t>
            </a:r>
          </a:p>
          <a:p>
            <a:pPr lvl="1"/>
            <a:r>
              <a:t>Must be secured (contains sensitive data).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Reusable infrastructure components.</a:t>
            </a:r>
          </a:p>
          <a:p>
            <a:pPr lvl="1"/>
            <a:r>
              <a:t>Improve maintainability and scalability.</a:t>
            </a:r>
          </a:p>
          <a:p>
            <a:pPr lvl="1"/>
            <a:r>
              <a:t>Encourage DRY (Don't Repeat Yourself) principle.</a:t>
            </a:r>
          </a:p>
          <a:p>
            <a:pPr lvl="1"/>
            <a:r>
              <a:t>Can be local modules or remote (Git, Terraform Registry).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remote backend for state storage.</a:t>
            </a:r>
          </a:p>
          <a:p>
            <a:pPr lvl="1"/>
            <a:r>
              <a:t>Enable state locking (DynamoDB/Azure).</a:t>
            </a:r>
          </a:p>
          <a:p>
            <a:pPr lvl="1"/>
            <a:r>
              <a:t>Parameterize using variables.</a:t>
            </a:r>
          </a:p>
          <a:p>
            <a:pPr lvl="1"/>
            <a:r>
              <a:t>Follow environment-based naming conventions.</a:t>
            </a:r>
          </a:p>
          <a:p>
            <a:pPr lvl="1"/>
            <a:r>
              <a:t>Use modules for reusable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in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with CI/CD pipelines (Jenkins, GitHub Actions).</a:t>
            </a:r>
          </a:p>
          <a:p>
            <a:pPr lvl="1"/>
            <a:r>
              <a:t>Used for automated infrastructure deployment.</a:t>
            </a:r>
          </a:p>
          <a:p>
            <a:pPr lvl="1"/>
            <a:r>
              <a:t>Supports immutable infrastructure pattern.</a:t>
            </a:r>
          </a:p>
          <a:p>
            <a:pPr lvl="1"/>
            <a:r>
              <a:t>Works well with container &amp; Kubernetes deployments.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 Multi-cloud, Declarative, Modular, Scalable.</a:t>
            </a:r>
          </a:p>
          <a:p>
            <a:pPr lvl="1"/>
            <a:r>
              <a:t>Limitations: State management complexity, Learning curve.</a:t>
            </a:r>
          </a:p>
          <a:p>
            <a:pPr lvl="1"/>
            <a:r>
              <a:t>Requires proper governance in large teams.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Terraform enables Infrastructure as Code.</a:t>
            </a:r>
          </a:p>
          <a:p>
            <a:pPr lvl="1"/>
            <a:r>
              <a:t>Automates and standardizes cloud deployments.</a:t>
            </a:r>
          </a:p>
          <a:p>
            <a:pPr lvl="1"/>
            <a:r>
              <a:t>Essential tool in modern DevOps practices.</a:t>
            </a:r>
          </a:p>
          <a:p>
            <a:pPr lvl="1"/>
            <a:r>
              <a:t>Improves reliability, repeatability, and scalability.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